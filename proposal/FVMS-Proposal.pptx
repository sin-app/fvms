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83618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640080"/>
            <a:ext cx="2194560" cy="3840480"/>
          </a:xfrm>
          <a:prstGeom prst="roundRect">
            <a:avLst>
              <a:gd name="adj" fmla="val 4167"/>
            </a:avLst>
          </a:prstGeom>
          <a:solidFill>
            <a:srgbClr val="FEFAE0"/>
          </a:solidFill>
          <a:ln w="19050">
            <a:solidFill>
              <a:srgbClr val="DDA15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675120" y="6400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FVMS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(mis. Dashboard / Login)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 SISTEM MANAJEMEN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FVMS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6C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Visit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kunjungan lapangan terdigitalisasi untuk perencanaan, eksekusi, dan pelaporan yang terukur.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03520" cy="0"/>
          </a:xfrm>
          <a:prstGeom prst="line">
            <a:avLst/>
          </a:prstGeom>
          <a:noFill/>
          <a:ln w="19050">
            <a:solidFill>
              <a:srgbClr val="BC6C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23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 oleh: </a:t>
            </a:r>
            <a:pPr indent="0" marL="0">
              <a:buNone/>
            </a:pPr>
            <a:r>
              <a:rPr lang="en-US" sz="11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 Sinyo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akbarsinyotahe@gmail.com</a:t>
            </a:r>
            <a:pPr indent="0" marL="0">
              <a:buNone/>
            </a:pPr>
            <a:r>
              <a:rPr lang="en-US" sz="110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https://github.com/sin-app/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DAFTAR 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Presentasi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Masalah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67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FVMS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511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5511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Unggulan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352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352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Lahan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64408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19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319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Antarmuka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83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1783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Lapangan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112264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67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1671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496312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511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5511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Teknologi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352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9352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&amp; Nilai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264408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19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319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Implementasi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648456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703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3703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Penawaran &amp; Langkah Selanjutnya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4032504"/>
            <a:ext cx="3840480" cy="0"/>
          </a:xfrm>
          <a:prstGeom prst="line">
            <a:avLst/>
          </a:prstGeom>
          <a:noFill/>
          <a:ln w="9525">
            <a:solidFill>
              <a:srgbClr val="DDA1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DA1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 &amp; Masalah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sistem ini dibutuhkan dan apa kendala yang dihadapi saat ini.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Tantangan Kunjungan Lapangan Saat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54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Pencatatan manual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laporan kunjungan masih dikelola lewat Excel yang rawan salah ketik.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92608" cy="292608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128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Duplikasi &amp; hilang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532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tersebar di banyak file; mudah terduplikasi atau tertimpa antar petugas.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292608" cy="292608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712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Tidak real-time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19125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tidak bisa memantau progres kunjungan secara langsung.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02736"/>
            <a:ext cx="292608" cy="292608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2958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Bukti lemah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8496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validasi GPS &amp; foto, sulit membuktikan kunjungan benar terjadi.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261104"/>
            <a:ext cx="292608" cy="292608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1879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Laporan lambat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5079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mingguan/bulanan memakan waktu dan sering tidak akurat.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FVMS: Sistem Kunjungan Lapangan Modern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FVMS menggantikan alur Excel manual dengan sistem web profesional yang mengelola perencanaan, eksekusi, dan pelaporan kunjungan lapangan dalam satu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688336"/>
            <a:ext cx="164592" cy="16459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dari HP &amp; desktop (mobile-first).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45536"/>
            <a:ext cx="164592" cy="16459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jalan saat offline via PWA.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602736"/>
            <a:ext cx="164592" cy="16459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jadwal massal dari Excel otomatis.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15544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283618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Keunggulan Utama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2304288"/>
            <a:ext cx="219456" cy="219456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249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&amp; Mobile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0" y="25237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sistem, semua perangkat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23560" y="2871216"/>
            <a:ext cx="219456" cy="219456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816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Offline-ready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 bekerja tanpa sinyal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3438144"/>
            <a:ext cx="219456" cy="219456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cepat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kerja jadi hitungan menit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23560" y="4005072"/>
            <a:ext cx="219456" cy="219456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3950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progres secara langsung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Fitur Unggulan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Enam Fitur Inti FVMS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Excel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30428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workbook; akun petugas, master data &amp; jadwal terbuat otomatis.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73736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Jadwal &amp; Kalender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75888" y="230428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kunjungan per hari, filter, export PDF, aksi massal.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Kunjungan GPS+Foto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01968" y="230428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lokasi, unggah foto (URL bertanda), &amp; timeline aktivitas.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4015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Notifikasi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395020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Lonceng real-time &amp; pengingat harian otomatis (cron).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32004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38328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51960" y="34015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75888" y="395020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statistik: hari ini, besok, minggu, telat, selesai.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2004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383280"/>
            <a:ext cx="457200" cy="45720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34015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Laporan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01968" y="3950208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agregat + grafik + tabel per petugas, export Excel.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Fitur Unggulan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Pengajuan Lahan (Detail)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755648"/>
            <a:ext cx="402336" cy="402336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Ajukan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706624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lokasi, data tanam &amp; member, GPS + akurasi, foto (maks. 10). Bisa offline.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29968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12848" y="16459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8064" y="1755648"/>
            <a:ext cx="402336" cy="40233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58568" y="2212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Notifikasi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58568" y="2487168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QC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2706624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Lonceng + web push real-time ke Admin/QC sesuai scope kabupaten.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85616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8496" y="16459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1755648"/>
            <a:ext cx="402336" cy="402336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21" name="Text 19"/>
          <p:cNvSpPr/>
          <p:nvPr/>
        </p:nvSpPr>
        <p:spPr>
          <a:xfrm>
            <a:off x="4553712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14216" y="2212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014216" y="2487168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QC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41648" y="2706624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 detail pengajuan; dapat Assign Petugas setelah disetujui.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41264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4144" y="16459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755648"/>
            <a:ext cx="402336" cy="40233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9864" y="2212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Keputusan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69864" y="2487168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QC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97296" y="2706624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 -&gt; Approved &amp; otomatis buat Jadwal. Tolak -&gt; Rejected (wajib catatan).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96912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9792" y="16459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5008" y="1755648"/>
            <a:ext cx="402336" cy="402336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35" name="Text 33"/>
          <p:cNvSpPr/>
          <p:nvPr/>
        </p:nvSpPr>
        <p:spPr>
          <a:xfrm>
            <a:off x="8065008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5512" y="2212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Tindak Lanjut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25512" y="2487168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52944" y="2706624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muncul di petugas. Ditolak -&gt; Admin revisi -&gt; Pending. Petugas dapat Batalkan.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364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694176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6027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Offline-ready: diajukan tanpa sinyal, auto-sync saat online.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4078224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39867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Otomatis: disetujui -&gt; langsung jadi Jadwal Kunjungan.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4462272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370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Validasi: RLS per kabupaten; foto via signed URL (maks 10, kompres WebP).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0" y="356616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BC6C25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669280" y="356616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/ Detail Pengajuan Lahan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Galeri Antarmuka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Contoh Tampilan Antarmuka FVMS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C6C2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screenshot: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Ringkasan statistik &amp; jadwal hari ini.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C6C2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54880" y="16459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screenshot: Jadwal &amp; Kalender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Kalender — Daftar kunjungan per hari dengan filter.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C6C2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screenshot: Kunjungan (GPS + Foto)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919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(GPS + Foto) — Validasi lokasi &amp; unggah foto bukti.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C6C2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34747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screenshot: Laporan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9194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— Rekap agregat &amp; tabel per petugas.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Kerja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Dari Jadwal Hingga Laporan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" y="2194560"/>
            <a:ext cx="822960" cy="822960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6" name="Text 4"/>
          <p:cNvSpPr/>
          <p:nvPr/>
        </p:nvSpPr>
        <p:spPr>
          <a:xfrm>
            <a:off x="11201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Jadwal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→ akun &amp; jadwal otomatis.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23060" y="2286000"/>
            <a:ext cx="6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47060" y="2194560"/>
            <a:ext cx="822960" cy="8229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314706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8412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Penugasan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38400" y="3493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menerima jadwal harian.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9980" y="2286000"/>
            <a:ext cx="6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73980" y="2194560"/>
            <a:ext cx="822960" cy="822960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16" name="Text 14"/>
          <p:cNvSpPr/>
          <p:nvPr/>
        </p:nvSpPr>
        <p:spPr>
          <a:xfrm>
            <a:off x="51739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1104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Kunjungan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65320" y="3493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GPS, foto, &amp; status di lapangan.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76900" y="2286000"/>
            <a:ext cx="6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00900" y="2194560"/>
            <a:ext cx="822960" cy="8229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1" name="Text 19"/>
          <p:cNvSpPr/>
          <p:nvPr/>
        </p:nvSpPr>
        <p:spPr>
          <a:xfrm>
            <a:off x="720090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3796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Pelaporan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34930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laporan rekap otomatis.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Peran Pengguna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Tiga Peran, Satu Sistem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2651760" cy="640080"/>
          </a:xfrm>
          <a:prstGeom prst="rect">
            <a:avLst>
              <a:gd name="adj" fmla="val 14286"/>
            </a:avLst>
          </a:prstGeom>
          <a:solidFill>
            <a:srgbClr val="28361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penuh: kelola pengguna, master data, import, &amp; reset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45920"/>
            <a:ext cx="2651760" cy="640080"/>
          </a:xfrm>
          <a:prstGeom prst="rect">
            <a:avLst>
              <a:gd name="adj" fmla="val 14286"/>
            </a:avLst>
          </a:prstGeom>
          <a:solidFill>
            <a:srgbClr val="606C3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Control: scope per kabupaten, unggah foto &amp; catat GPS.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45920"/>
            <a:ext cx="2651760" cy="640080"/>
          </a:xfrm>
          <a:prstGeom prst="rect">
            <a:avLst>
              <a:gd name="adj" fmla="val 14286"/>
            </a:avLst>
          </a:prstGeom>
          <a:solidFill>
            <a:srgbClr val="BC6C2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Produksi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lapangan: kelola jadwal &amp; kunjungan sendiri.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Keamanan &amp; Teknologi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Fondasi yang Andal &amp; Aman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Teknologi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46304" cy="146304"/>
          </a:xfrm>
          <a:prstGeom prst="ellipse">
            <a:avLst/>
          </a:prstGeom>
          <a:solidFill>
            <a:srgbClr val="606C38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2494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&amp; React (TypeScript)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146304" cy="146304"/>
          </a:xfrm>
          <a:prstGeom prst="ellipse">
            <a:avLst/>
          </a:prstGeom>
          <a:solidFill>
            <a:srgbClr val="606C38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6609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PostgreSQL, Auth, Storage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146304" cy="146304"/>
          </a:xfrm>
          <a:prstGeom prst="ellipse">
            <a:avLst/>
          </a:prstGeom>
          <a:solidFill>
            <a:srgbClr val="606C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0723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&amp; shadcn/ui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606C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4838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mendukung mode offline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146304" cy="146304"/>
          </a:xfrm>
          <a:prstGeom prst="ellipse">
            <a:avLst/>
          </a:prstGeom>
          <a:solidFill>
            <a:srgbClr val="606C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8953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Vercel + cron harian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28361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Keamanan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146304" cy="146304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22494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per peran (RLS)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743200"/>
            <a:ext cx="146304" cy="146304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26609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di private bucket (signed URL)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154680"/>
            <a:ext cx="146304" cy="146304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30723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login &amp; reset password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566160"/>
            <a:ext cx="146304" cy="146304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34838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&amp; security headers ketat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977640"/>
            <a:ext cx="146304" cy="146304"/>
          </a:xfrm>
          <a:prstGeom prst="ellipse">
            <a:avLst/>
          </a:prstGeom>
          <a:solidFill>
            <a:srgbClr val="DDA15E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38953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terstruktur + request-ID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Manfaat &amp; Nilai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Nilai yang Diterima Klien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C6C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17830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real-time, bukan kertas/Excel.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828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WAKTU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830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laporan berjam-jam jadi hitungan menit.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83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C6C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kunjungan terjamin: GPS + foto.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383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C6C25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HP &amp; tetap jalan saat offline.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6C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Implementasi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 Fase Menuju Go-Live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005840" cy="64008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23160"/>
            <a:ext cx="6080760" cy="0"/>
          </a:xfrm>
          <a:prstGeom prst="line">
            <a:avLst/>
          </a:prstGeom>
          <a:noFill/>
          <a:ln w="25400">
            <a:solidFill>
              <a:srgbClr val="DDA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" y="2103120"/>
            <a:ext cx="640080" cy="640080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7" name="Text 5"/>
          <p:cNvSpPr/>
          <p:nvPr/>
        </p:nvSpPr>
        <p:spPr>
          <a:xfrm>
            <a:off x="12115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Migrasi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1-2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8500" y="2103120"/>
            <a:ext cx="640080" cy="64008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2" name="Text 10"/>
          <p:cNvSpPr/>
          <p:nvPr/>
        </p:nvSpPr>
        <p:spPr>
          <a:xfrm>
            <a:off x="32385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8412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38400" y="32186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&amp; Uji Coba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38400" y="3749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3-4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65420" y="2103120"/>
            <a:ext cx="640080" cy="640080"/>
          </a:xfrm>
          <a:prstGeom prst="ellipse">
            <a:avLst/>
          </a:prstGeom>
          <a:solidFill>
            <a:srgbClr val="283618"/>
          </a:solidFill>
          <a:ln/>
        </p:spPr>
      </p:sp>
      <p:sp>
        <p:nvSpPr>
          <p:cNvPr id="17" name="Text 15"/>
          <p:cNvSpPr/>
          <p:nvPr/>
        </p:nvSpPr>
        <p:spPr>
          <a:xfrm>
            <a:off x="52654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110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5320" y="32186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5320" y="3749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5-6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2340" y="2103120"/>
            <a:ext cx="640080" cy="64008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2" name="Text 20"/>
          <p:cNvSpPr/>
          <p:nvPr/>
        </p:nvSpPr>
        <p:spPr>
          <a:xfrm>
            <a:off x="72923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3796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36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21868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Lanjutan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749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Berkelanjutan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A1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PENAWARAN &amp; LANGKAH SELANJUTNYA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 Digitalkan Kunjungan Lapangan Anda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019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langsung produk FVMS.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Penyesuaian kebutuhan &amp; penandatanganan.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9923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&amp; implementasi roadmap.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Ditujukan untuk: [Nama Klien]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606C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 Sinyo</a:t>
            </a:r>
            <a:pPr indent="0" marL="0">
              <a:buNone/>
            </a:pPr>
            <a:r>
              <a:rPr lang="en-US" sz="120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akbarsinyotahe@gmail.com</a:t>
            </a:r>
            <a:pPr indent="0" marL="0">
              <a:buNone/>
            </a:pPr>
            <a:r>
              <a:rPr lang="en-US" sz="1200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https://github.com/sin-app/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2026-08-17T16:36:50Z</dcterms:created>
  <dcterms:modified xsi:type="dcterms:W3CDTF">2026-08-17T16:36:50Z</dcterms:modified>
</cp:coreProperties>
</file>